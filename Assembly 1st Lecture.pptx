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C5D1A1-8E7D-41AE-8DDA-B74078DF9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33E7269-7BF3-4A87-9B5E-71ED43042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4141C1-7C0B-4D30-9D5D-95A5BC59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4175B3-DC66-4439-9184-41B00B6C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F351EB-3A7B-4039-876C-BD41C7DD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2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1596E4-1B22-4AA9-B6F0-92455396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6467DA-A0C7-4FE1-869B-620E7E06F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0712DBE-1EEC-4D64-AFFC-D4A18DA9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865210-188D-4DEC-A98A-9F085BD3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AB7D01-7BE6-4210-BA17-B0AC4B0D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F372C6-0182-4309-91BB-6843ABC0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D7C41CD-47BE-4924-93F3-CE73F82E0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61B56E-7E13-40F0-8B24-681ADA7C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21748A-5F55-4C15-93D6-16F711B8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677067-6ED2-4DC3-9172-B67E9F71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5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778AB5-BB08-4599-BB57-C0B37DFD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1B8CBD-5BAB-470E-B2A0-267B80854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9ED31B-34B5-4F3F-B3DF-033986132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6CC402-E4CD-40DA-ADFF-30E9C53E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E06C95B-4A6D-4207-9825-BD81F58E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9D0A7E-1E85-424C-8332-604885C1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F3F3FE-72E2-480C-A358-E9D9232A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72AE83D-AB8A-4114-98B9-A2EC2456A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10E1198-52B2-4E6E-A249-B07438599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13663C4-DE7B-428E-B8DF-D132DEE67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9FD8FA8-AE0F-4299-AF57-1D3684CCA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55245E2-C37A-4B10-9732-E252EB9A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AA6DE2E-FD8D-41FF-8020-D591902E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37D7090-8F09-41C5-8F5F-8BFF479A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8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A59403-9AF2-4827-8D9A-BC9A84BE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EB7C5F0-1193-4F55-9F07-D8E7E2C0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56143D1-8C22-4A74-9E37-82BFEA26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E7B49C6-53B7-42C2-B6FB-176A77F1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6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07FAAE0-1DFF-4369-B4E6-C4ECA273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F159620-DF81-4AEE-BC40-AD1DB106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33F4A54-82B6-417B-8D49-6D3D4C0C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8FC354-8677-490B-A86D-3E91C324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D3579C-7A25-40A2-BCEE-043F899E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4F21687-F3B6-4282-BA43-A79EC6133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8E21753-2CBC-4E1E-8DF1-BB121DB9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219D7B3-CA4B-49A4-8AC9-F11671BC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F30950-2DCE-4003-9A5A-959788ED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2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986C4C-0B86-4466-BE12-FA830881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348E5F5-B82F-44D6-86AC-C286AF155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2A3E5EE-230F-49D7-B9DE-1A5C87A13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3E98ED-67E9-45AE-89DE-90506188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7E6271-F9EF-406F-9EB5-F49FFA14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02E384D-DC54-4663-B9D0-6BEE4753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F66F9C-21E6-4323-90C2-DA5706E8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5964ABD-6C75-4012-9949-7C87F8D9F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A839687-2C86-46AB-B067-4500E02E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728C44-BC85-4445-865F-EB0F5DCC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16FEF4-9C22-44ED-B04B-B16FBF2A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967841F-2C9C-4FB9-BA45-E4E080C12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9ED490-17A8-4A10-88E5-4B424B842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5E7F3C-0EF3-4B05-919F-189A6B34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610B3C-23D4-4B14-A9C6-B8BD1239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083F2D-A19D-483E-BA0E-D5129D9C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1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8000E92-1D94-4989-8D85-9EC1294A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2D6605C-6942-49C6-B643-0B19599C7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6DDEA7-D75B-490E-99A0-789BA5F51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9124A-158B-41E0-9C26-9BCAFFF0FB55}" type="datetimeFigureOut">
              <a:rPr lang="en-US" smtClean="0"/>
              <a:t>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A1D185-18BB-4C53-99C2-E817C6887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8114FC-00C1-4DB4-BFF8-0435AEF86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10F90-0ED4-446D-96F0-52AE29F8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1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724F97-9509-4D23-A18B-CE097A90F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0AD9F15-1D9C-46E4-8FB6-C20ECBA45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6A8027-7F3D-436D-A33A-B28C0A46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529762-393C-45BD-8959-17130259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understanding of software and hardware</a:t>
            </a:r>
          </a:p>
          <a:p>
            <a:r>
              <a:rPr lang="en-US" dirty="0"/>
              <a:t>Optimization of processing time</a:t>
            </a:r>
          </a:p>
          <a:p>
            <a:r>
              <a:rPr lang="en-US" dirty="0"/>
              <a:t>Course requirement </a:t>
            </a:r>
          </a:p>
        </p:txBody>
      </p:sp>
    </p:spTree>
    <p:extLst>
      <p:ext uri="{BB962C8B-B14F-4D97-AF65-F5344CB8AC3E}">
        <p14:creationId xmlns:p14="http://schemas.microsoft.com/office/powerpoint/2010/main" val="389528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00F2CD-C936-46CC-8D26-8638939F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assembly is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8FB277-7C37-45B8-BD9F-68E49DA82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Hight to assembly code through complier</a:t>
            </a:r>
          </a:p>
          <a:p>
            <a:r>
              <a:rPr lang="en-US" dirty="0" smtClean="0"/>
              <a:t>assembler </a:t>
            </a:r>
            <a:r>
              <a:rPr lang="en-US" dirty="0"/>
              <a:t>translates to obj file and then linker links with library and then translates to machine code</a:t>
            </a:r>
          </a:p>
        </p:txBody>
      </p:sp>
    </p:spTree>
    <p:extLst>
      <p:ext uri="{BB962C8B-B14F-4D97-AF65-F5344CB8AC3E}">
        <p14:creationId xmlns:p14="http://schemas.microsoft.com/office/powerpoint/2010/main" val="306034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40CDD9-B1BD-4AAE-A467-883CD457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778A06-4739-4C3A-981F-37FD8998B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 </a:t>
            </a:r>
          </a:p>
          <a:p>
            <a:r>
              <a:rPr lang="en-US" dirty="0"/>
              <a:t>Low level / Middle level</a:t>
            </a:r>
          </a:p>
          <a:p>
            <a:r>
              <a:rPr lang="en-US" dirty="0"/>
              <a:t>Mnemonics / Keywords</a:t>
            </a:r>
          </a:p>
          <a:p>
            <a:r>
              <a:rPr lang="en-US" dirty="0"/>
              <a:t>Developed in 1940s by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Kathleen Booth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87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22A760-696E-4F3F-A6DB-453A19AA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BBE7B9-E27B-46B8-A981-69FD9746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with CPU</a:t>
            </a:r>
          </a:p>
          <a:p>
            <a:r>
              <a:rPr lang="en-US" dirty="0"/>
              <a:t>First time intel 4004 in 1971 by Federico </a:t>
            </a:r>
            <a:r>
              <a:rPr lang="en-US" dirty="0" err="1"/>
              <a:t>Faggin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7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10A33-2753-4561-89F2-272DBF2C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DA5CA1-E04B-46DB-AB46-0F4B747A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purpose registers</a:t>
            </a:r>
          </a:p>
          <a:p>
            <a:r>
              <a:rPr lang="en-US" dirty="0"/>
              <a:t>Segment registers</a:t>
            </a:r>
          </a:p>
          <a:p>
            <a:r>
              <a:rPr lang="en-US" dirty="0"/>
              <a:t>Index registers</a:t>
            </a:r>
          </a:p>
          <a:p>
            <a:r>
              <a:rPr lang="en-US" dirty="0"/>
              <a:t>Special purpose registers</a:t>
            </a:r>
          </a:p>
        </p:txBody>
      </p:sp>
    </p:spTree>
    <p:extLst>
      <p:ext uri="{BB962C8B-B14F-4D97-AF65-F5344CB8AC3E}">
        <p14:creationId xmlns:p14="http://schemas.microsoft.com/office/powerpoint/2010/main" val="1970050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FCE6F8-A647-470C-92D4-3D883074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Purpose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C9AB0A-144D-4539-89BB-041CADD19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Accumulator  	(ax 16 bits size)	(</a:t>
            </a:r>
            <a:r>
              <a:rPr lang="en-US" dirty="0" err="1"/>
              <a:t>Eax</a:t>
            </a:r>
            <a:r>
              <a:rPr lang="en-US" dirty="0"/>
              <a:t> 32 bits ) (</a:t>
            </a:r>
            <a:r>
              <a:rPr lang="en-US" dirty="0" err="1"/>
              <a:t>Rax</a:t>
            </a:r>
            <a:r>
              <a:rPr lang="en-US" dirty="0"/>
              <a:t> 64 bit)</a:t>
            </a:r>
          </a:p>
          <a:p>
            <a:pPr lvl="1"/>
            <a:r>
              <a:rPr lang="en-US" dirty="0"/>
              <a:t>We can divide 16 bit register to 2 parts (AH and AL)</a:t>
            </a:r>
          </a:p>
          <a:p>
            <a:pPr lvl="1"/>
            <a:r>
              <a:rPr lang="en-US" dirty="0"/>
              <a:t>To provide input and output (we can use it for other purpose as well)</a:t>
            </a:r>
          </a:p>
          <a:p>
            <a:r>
              <a:rPr lang="en-US" dirty="0"/>
              <a:t>Base register</a:t>
            </a:r>
          </a:p>
          <a:p>
            <a:pPr lvl="1"/>
            <a:r>
              <a:rPr lang="en-US" dirty="0"/>
              <a:t>Holds memory address of data</a:t>
            </a:r>
          </a:p>
          <a:p>
            <a:r>
              <a:rPr lang="en-US" dirty="0"/>
              <a:t>Counter </a:t>
            </a:r>
          </a:p>
          <a:p>
            <a:pPr lvl="1"/>
            <a:r>
              <a:rPr lang="en-US" dirty="0"/>
              <a:t>Helps with loop</a:t>
            </a:r>
          </a:p>
          <a:p>
            <a:r>
              <a:rPr lang="en-US" dirty="0"/>
              <a:t>Data Register</a:t>
            </a:r>
          </a:p>
          <a:p>
            <a:pPr lvl="1"/>
            <a:r>
              <a:rPr lang="en-US" dirty="0"/>
              <a:t>Final register which holds the data for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6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A9D0DB-4D64-4C0A-AF7C-60A911E4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D080B0-A842-4266-B143-DCFB849ED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They can’t be divided  like special purpose registers</a:t>
            </a:r>
          </a:p>
          <a:p>
            <a:pPr marL="0" indent="0">
              <a:buNone/>
            </a:pPr>
            <a:r>
              <a:rPr lang="en-US" dirty="0"/>
              <a:t>Code Segment		(CS)</a:t>
            </a:r>
          </a:p>
          <a:p>
            <a:pPr marL="0" indent="0">
              <a:buNone/>
            </a:pPr>
            <a:r>
              <a:rPr lang="en-US" dirty="0"/>
              <a:t>	Stores address of code in RAM</a:t>
            </a:r>
          </a:p>
          <a:p>
            <a:pPr marL="0" indent="0">
              <a:buNone/>
            </a:pPr>
            <a:r>
              <a:rPr lang="en-US" dirty="0"/>
              <a:t>Data Segment		 (DS)</a:t>
            </a:r>
          </a:p>
          <a:p>
            <a:pPr marL="0" indent="0">
              <a:buNone/>
            </a:pPr>
            <a:r>
              <a:rPr lang="en-US" dirty="0"/>
              <a:t>	Stores address of data in RAM</a:t>
            </a:r>
          </a:p>
          <a:p>
            <a:pPr marL="0" indent="0">
              <a:buNone/>
            </a:pPr>
            <a:r>
              <a:rPr lang="en-US" dirty="0"/>
              <a:t>Stack Segment		 (SS)</a:t>
            </a:r>
          </a:p>
          <a:p>
            <a:pPr marL="0" indent="0">
              <a:buNone/>
            </a:pPr>
            <a:r>
              <a:rPr lang="en-US" dirty="0"/>
              <a:t>	stores the address of program stacks</a:t>
            </a:r>
          </a:p>
          <a:p>
            <a:pPr marL="0" indent="0">
              <a:buNone/>
            </a:pPr>
            <a:r>
              <a:rPr lang="en-US" dirty="0"/>
              <a:t>Extra Segment</a:t>
            </a:r>
          </a:p>
          <a:p>
            <a:pPr marL="0" indent="0">
              <a:buNone/>
            </a:pPr>
            <a:r>
              <a:rPr lang="en-US" dirty="0"/>
              <a:t>	use to store the address of extra space (if) required by code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923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730D31-9468-4CC4-A138-CF9D02D9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6080F9-AE2E-4C45-8001-EE172E30C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Segment Index</a:t>
            </a:r>
          </a:p>
          <a:p>
            <a:pPr lvl="1"/>
            <a:r>
              <a:rPr lang="en-US" dirty="0"/>
              <a:t>Helps to identify source </a:t>
            </a:r>
          </a:p>
          <a:p>
            <a:r>
              <a:rPr lang="en-US" dirty="0"/>
              <a:t>Destination Index</a:t>
            </a:r>
          </a:p>
          <a:p>
            <a:pPr lvl="1"/>
            <a:r>
              <a:rPr lang="en-US" dirty="0"/>
              <a:t>Helps to identify estimation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1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64368-AF25-486E-8D69-024D63B4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11BDB8-36F8-4F6F-8E86-BE9CD1AB6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 pointer</a:t>
            </a:r>
          </a:p>
          <a:p>
            <a:pPr lvl="1"/>
            <a:r>
              <a:rPr lang="en-US" dirty="0"/>
              <a:t>Holds next instruction</a:t>
            </a:r>
          </a:p>
          <a:p>
            <a:r>
              <a:rPr lang="en-US" dirty="0"/>
              <a:t>Stack Pointer</a:t>
            </a:r>
          </a:p>
          <a:p>
            <a:pPr lvl="1"/>
            <a:r>
              <a:rPr lang="en-US" dirty="0"/>
              <a:t>Points at the top of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157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84B9B7-0019-4D1D-9384-BC4F8749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Purpose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646CE8-5B0A-44FB-B9C9-28A9CAEEF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Flag register</a:t>
            </a:r>
          </a:p>
          <a:p>
            <a:pPr lvl="1"/>
            <a:r>
              <a:rPr lang="en-US" dirty="0"/>
              <a:t>Holds the parity</a:t>
            </a:r>
          </a:p>
          <a:p>
            <a:r>
              <a:rPr lang="en-US" dirty="0"/>
              <a:t>Base pointer</a:t>
            </a:r>
          </a:p>
          <a:p>
            <a:pPr lvl="1"/>
            <a:r>
              <a:rPr lang="en-US" dirty="0"/>
              <a:t>Points at the base of the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5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92910C-A962-4815-B1C1-0DA4CFE0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4276A6-75B6-4202-B95B-0B63E341C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Ways to hold data</a:t>
            </a:r>
          </a:p>
          <a:p>
            <a:pPr lvl="1"/>
            <a:r>
              <a:rPr lang="en-US" dirty="0"/>
              <a:t>2+2 (operand + </a:t>
            </a:r>
            <a:r>
              <a:rPr lang="en-US" dirty="0" err="1"/>
              <a:t>OpCode</a:t>
            </a:r>
            <a:r>
              <a:rPr lang="en-US" dirty="0"/>
              <a:t> + operand)</a:t>
            </a:r>
          </a:p>
          <a:p>
            <a:r>
              <a:rPr lang="en-US" dirty="0"/>
              <a:t>Register addressing</a:t>
            </a:r>
          </a:p>
          <a:p>
            <a:pPr lvl="1"/>
            <a:r>
              <a:rPr lang="en-US" dirty="0"/>
              <a:t>Add DL,AL</a:t>
            </a:r>
          </a:p>
          <a:p>
            <a:r>
              <a:rPr lang="en-US" dirty="0"/>
              <a:t>Immediate addressing</a:t>
            </a:r>
          </a:p>
          <a:p>
            <a:pPr lvl="1"/>
            <a:r>
              <a:rPr lang="en-US" dirty="0"/>
              <a:t>Add Dl,2</a:t>
            </a:r>
          </a:p>
          <a:p>
            <a:r>
              <a:rPr lang="en-US" dirty="0"/>
              <a:t>Memory addressing</a:t>
            </a:r>
          </a:p>
          <a:p>
            <a:pPr lvl="1"/>
            <a:r>
              <a:rPr lang="en-US" dirty="0"/>
              <a:t>Add Dl, [address from RAM]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Note: Destination will always be a register</a:t>
            </a:r>
          </a:p>
        </p:txBody>
      </p:sp>
    </p:spTree>
    <p:extLst>
      <p:ext uri="{BB962C8B-B14F-4D97-AF65-F5344CB8AC3E}">
        <p14:creationId xmlns:p14="http://schemas.microsoft.com/office/powerpoint/2010/main" val="2294933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979A7D-FD44-4360-B364-3A1880E8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07FB18-3336-48C5-A9E3-DA220E3DD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Mov </a:t>
            </a:r>
          </a:p>
          <a:p>
            <a:pPr lvl="1"/>
            <a:r>
              <a:rPr lang="en-US" dirty="0"/>
              <a:t>To transfer data to registers</a:t>
            </a:r>
          </a:p>
          <a:p>
            <a:pPr lvl="2"/>
            <a:r>
              <a:rPr lang="en-US" dirty="0"/>
              <a:t>Mov DL, 2 (2 represents ASCII code)</a:t>
            </a:r>
          </a:p>
          <a:p>
            <a:pPr lvl="2"/>
            <a:r>
              <a:rPr lang="en-US" dirty="0"/>
              <a:t>Mov DL, ’A’</a:t>
            </a:r>
          </a:p>
          <a:p>
            <a:pPr marL="0" indent="0">
              <a:buNone/>
            </a:pPr>
            <a:r>
              <a:rPr lang="en-US" dirty="0"/>
              <a:t>To Print we use accumulator register</a:t>
            </a:r>
          </a:p>
          <a:p>
            <a:pPr marL="0" indent="0">
              <a:buNone/>
            </a:pPr>
            <a:r>
              <a:rPr lang="en-US" dirty="0"/>
              <a:t>	Mov Ah,2 (2 Means print)	(also knows as service routine)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dirty="0"/>
              <a:t>Note: Accumulator register directly goes to Data register and print what ever in it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89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12AC41-508C-47D5-992F-DB1B29A2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routine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24505B-8775-4057-8591-C4E0790A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 means input with echo</a:t>
            </a:r>
          </a:p>
          <a:p>
            <a:pPr marL="0" indent="0">
              <a:buNone/>
            </a:pPr>
            <a:r>
              <a:rPr lang="en-US" dirty="0"/>
              <a:t>2 means output</a:t>
            </a:r>
          </a:p>
          <a:p>
            <a:pPr marL="0" indent="0">
              <a:buNone/>
            </a:pPr>
            <a:r>
              <a:rPr lang="en-US" dirty="0"/>
              <a:t>8 to input without echo</a:t>
            </a:r>
          </a:p>
          <a:p>
            <a:pPr marL="0" indent="0">
              <a:buNone/>
            </a:pPr>
            <a:r>
              <a:rPr lang="en-US" dirty="0"/>
              <a:t>9 print collection of strings</a:t>
            </a:r>
          </a:p>
          <a:p>
            <a:pPr marL="0" indent="0">
              <a:buNone/>
            </a:pPr>
            <a:r>
              <a:rPr lang="en-US" dirty="0"/>
              <a:t>4ch to exit from accumulator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171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97F9F0-8278-4034-B1DF-4A5F1620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CF9E69-4D2B-4D79-88AE-F1A0A7399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Stops the current program and allow process to access hardware to input or output</a:t>
            </a:r>
          </a:p>
          <a:p>
            <a:endParaRPr lang="en-US" dirty="0"/>
          </a:p>
          <a:p>
            <a:r>
              <a:rPr lang="en-US" dirty="0"/>
              <a:t>INT 21H = Interrupt for text handling</a:t>
            </a:r>
          </a:p>
          <a:p>
            <a:r>
              <a:rPr lang="en-US" dirty="0"/>
              <a:t>INT 20H = Interrupt for video/ graphics handling</a:t>
            </a:r>
          </a:p>
        </p:txBody>
      </p:sp>
    </p:spTree>
    <p:extLst>
      <p:ext uri="{BB962C8B-B14F-4D97-AF65-F5344CB8AC3E}">
        <p14:creationId xmlns:p14="http://schemas.microsoft.com/office/powerpoint/2010/main" val="144806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8BB9BB-00D9-43F5-AA0C-7D6743DD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ASCII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E12BB2-6FFC-4A3C-AEC2-C469E545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65</a:t>
            </a:r>
          </a:p>
          <a:p>
            <a:r>
              <a:rPr lang="en-US" dirty="0"/>
              <a:t>a= 97</a:t>
            </a:r>
          </a:p>
          <a:p>
            <a:r>
              <a:rPr lang="en-US" dirty="0"/>
              <a:t>0 = 48</a:t>
            </a:r>
          </a:p>
          <a:p>
            <a:r>
              <a:rPr lang="en-US" dirty="0"/>
              <a:t>Next Line = 10</a:t>
            </a:r>
          </a:p>
          <a:p>
            <a:r>
              <a:rPr lang="en-US" dirty="0"/>
              <a:t>Carriage return =13</a:t>
            </a:r>
          </a:p>
        </p:txBody>
      </p:sp>
    </p:spTree>
    <p:extLst>
      <p:ext uri="{BB962C8B-B14F-4D97-AF65-F5344CB8AC3E}">
        <p14:creationId xmlns:p14="http://schemas.microsoft.com/office/powerpoint/2010/main" val="3983908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30A925-CB2B-4CC3-AA78-E4B99474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2EAA62-AD5E-416E-8A56-A5F2B2C2D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.model (size in RAM for the program for data and code)</a:t>
            </a:r>
          </a:p>
          <a:p>
            <a:pPr lvl="1"/>
            <a:r>
              <a:rPr lang="en-US" dirty="0"/>
              <a:t>Tiny (&lt;=64KB)</a:t>
            </a:r>
          </a:p>
          <a:p>
            <a:pPr lvl="1"/>
            <a:r>
              <a:rPr lang="en-US" dirty="0"/>
              <a:t>Small (&lt;=64KB data, &lt;= code)</a:t>
            </a:r>
          </a:p>
          <a:p>
            <a:pPr lvl="1"/>
            <a:r>
              <a:rPr lang="en-US" dirty="0"/>
              <a:t>Medium (code any size, 64&lt;=KB data)</a:t>
            </a:r>
          </a:p>
          <a:p>
            <a:pPr lvl="1"/>
            <a:r>
              <a:rPr lang="en-US" dirty="0"/>
              <a:t>Compact (code &lt;=64KB, any size data)</a:t>
            </a:r>
          </a:p>
          <a:p>
            <a:pPr lvl="1"/>
            <a:r>
              <a:rPr lang="en-US" dirty="0"/>
              <a:t>Large (Code any size, data any size)</a:t>
            </a:r>
          </a:p>
          <a:p>
            <a:r>
              <a:rPr lang="en-US" dirty="0"/>
              <a:t>We will use small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559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F4FB4-8C62-413F-8572-BCC32DAC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0CB34C-5B2F-406B-BD21-102BB36E1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dosseg</a:t>
            </a:r>
            <a:r>
              <a:rPr lang="en-US" dirty="0"/>
              <a:t>			(manage arrangement of program)</a:t>
            </a:r>
          </a:p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 			// Data Segment directives</a:t>
            </a:r>
          </a:p>
          <a:p>
            <a:r>
              <a:rPr lang="en-US" dirty="0"/>
              <a:t>// Create variables</a:t>
            </a:r>
          </a:p>
          <a:p>
            <a:r>
              <a:rPr lang="en-US" dirty="0"/>
              <a:t>.code 		 	//Code Segment directives</a:t>
            </a:r>
          </a:p>
          <a:p>
            <a:r>
              <a:rPr lang="en-US" dirty="0"/>
              <a:t>Main </a:t>
            </a:r>
            <a:r>
              <a:rPr lang="en-US" dirty="0" err="1"/>
              <a:t>nameOfOurFuction</a:t>
            </a:r>
            <a:endParaRPr lang="en-US" dirty="0"/>
          </a:p>
          <a:p>
            <a:r>
              <a:rPr lang="en-US" dirty="0"/>
              <a:t>// write code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4086771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815F02-FF72-44F6-9E2F-840ED837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Program to print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46B097-AC1B-4920-8629-96BF1A840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 			// Data Segment directives</a:t>
            </a:r>
          </a:p>
          <a:p>
            <a:r>
              <a:rPr lang="en-US" dirty="0"/>
              <a:t>.code 		 	//Code Segment directives</a:t>
            </a:r>
          </a:p>
          <a:p>
            <a:r>
              <a:rPr lang="en-US" dirty="0"/>
              <a:t>Main proc</a:t>
            </a:r>
          </a:p>
          <a:p>
            <a:r>
              <a:rPr lang="en-US" dirty="0"/>
              <a:t>Mov dl, ’A’</a:t>
            </a:r>
          </a:p>
          <a:p>
            <a:r>
              <a:rPr lang="en-US" dirty="0"/>
              <a:t>Mov ah,2</a:t>
            </a:r>
          </a:p>
          <a:p>
            <a:r>
              <a:rPr lang="en-US" dirty="0"/>
              <a:t>INT 21h</a:t>
            </a:r>
          </a:p>
          <a:p>
            <a:r>
              <a:rPr lang="en-US" dirty="0"/>
              <a:t>Mov ah,4ch</a:t>
            </a:r>
          </a:p>
          <a:p>
            <a:r>
              <a:rPr lang="en-US" dirty="0"/>
              <a:t>INT 21h</a:t>
            </a:r>
          </a:p>
          <a:p>
            <a:endParaRPr lang="en-US" dirty="0"/>
          </a:p>
          <a:p>
            <a:r>
              <a:rPr lang="en-US" dirty="0"/>
              <a:t>m</a:t>
            </a:r>
            <a:r>
              <a:rPr lang="en-US"/>
              <a:t>ain </a:t>
            </a:r>
            <a:r>
              <a:rPr lang="en-US" dirty="0" err="1"/>
              <a:t>endp</a:t>
            </a:r>
            <a:endParaRPr lang="en-US" dirty="0"/>
          </a:p>
          <a:p>
            <a:r>
              <a:rPr lang="en-US" dirty="0"/>
              <a:t>end 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75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374F46-CFF2-4E2F-A619-2D7FD670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8C129E-CC85-46D7-A873-78C234EB0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DosBox</a:t>
            </a:r>
            <a:endParaRPr lang="en-US" dirty="0"/>
          </a:p>
          <a:p>
            <a:r>
              <a:rPr lang="en-US" dirty="0"/>
              <a:t>MASM</a:t>
            </a:r>
          </a:p>
          <a:p>
            <a:r>
              <a:rPr lang="en-US" dirty="0"/>
              <a:t>LINK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53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EB3649-A2CB-486E-BB8C-132C6D4B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DosBox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FFB788-E45A-4440-A766-FE592B249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Emulator	(Free software)</a:t>
            </a:r>
          </a:p>
          <a:p>
            <a:endParaRPr lang="en-US" dirty="0"/>
          </a:p>
          <a:p>
            <a:r>
              <a:rPr lang="en-US" dirty="0"/>
              <a:t>Alternate </a:t>
            </a:r>
            <a:r>
              <a:rPr lang="en-US" dirty="0" err="1"/>
              <a:t>softwares</a:t>
            </a:r>
            <a:endParaRPr lang="en-US" dirty="0"/>
          </a:p>
          <a:p>
            <a:r>
              <a:rPr lang="en-US" dirty="0"/>
              <a:t>Emu8086</a:t>
            </a:r>
          </a:p>
          <a:p>
            <a:r>
              <a:rPr lang="en-US" dirty="0"/>
              <a:t>Visual studio with Kip </a:t>
            </a:r>
            <a:r>
              <a:rPr lang="en-US" dirty="0" err="1"/>
              <a:t>lrvine</a:t>
            </a:r>
            <a:r>
              <a:rPr lang="en-US" dirty="0"/>
              <a:t> Library</a:t>
            </a:r>
          </a:p>
          <a:p>
            <a:endParaRPr lang="en-US" dirty="0"/>
          </a:p>
          <a:p>
            <a:r>
              <a:rPr lang="en-US" dirty="0"/>
              <a:t>Edit filename.asm 	(create or open the existing file)</a:t>
            </a:r>
          </a:p>
          <a:p>
            <a:r>
              <a:rPr lang="en-US" dirty="0"/>
              <a:t>MASM filename.asm;	(Convert </a:t>
            </a:r>
            <a:r>
              <a:rPr lang="en-US" dirty="0" err="1"/>
              <a:t>asm</a:t>
            </a:r>
            <a:r>
              <a:rPr lang="en-US" dirty="0"/>
              <a:t> to obj)</a:t>
            </a:r>
          </a:p>
          <a:p>
            <a:r>
              <a:rPr lang="en-US" dirty="0"/>
              <a:t>LINK Filename.obj;		(Convert obj to exe)</a:t>
            </a:r>
          </a:p>
          <a:p>
            <a:r>
              <a:rPr lang="en-US" dirty="0"/>
              <a:t>Filename.exe</a:t>
            </a:r>
          </a:p>
          <a:p>
            <a:endParaRPr lang="en-US" dirty="0"/>
          </a:p>
          <a:p>
            <a:r>
              <a:rPr lang="en-US" dirty="0"/>
              <a:t>https://drive.google.com/file/d/0B36ww40izFp6dkVWOVk0c1VnOFE/view?resourcekey=0-C9jAxlBJyoIEX7f8Kz5wzg</a:t>
            </a:r>
          </a:p>
        </p:txBody>
      </p:sp>
    </p:spTree>
    <p:extLst>
      <p:ext uri="{BB962C8B-B14F-4D97-AF65-F5344CB8AC3E}">
        <p14:creationId xmlns:p14="http://schemas.microsoft.com/office/powerpoint/2010/main" val="3334266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F34733-4510-497C-AD94-7E3A1293C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EE669-FCEE-43E6-8552-A3148111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DosBox</a:t>
            </a:r>
            <a:endParaRPr lang="en-US" dirty="0"/>
          </a:p>
          <a:p>
            <a:r>
              <a:rPr lang="en-US" dirty="0"/>
              <a:t>Copy MP folder to any drive</a:t>
            </a:r>
          </a:p>
          <a:p>
            <a:r>
              <a:rPr lang="en-US" dirty="0"/>
              <a:t>Open </a:t>
            </a:r>
            <a:r>
              <a:rPr lang="en-US" dirty="0" err="1"/>
              <a:t>DosBox</a:t>
            </a:r>
            <a:r>
              <a:rPr lang="en-US" dirty="0"/>
              <a:t> and link the folder with </a:t>
            </a:r>
            <a:r>
              <a:rPr lang="en-US" dirty="0" err="1"/>
              <a:t>DosBox</a:t>
            </a:r>
            <a:endParaRPr lang="en-US" dirty="0"/>
          </a:p>
          <a:p>
            <a:pPr lvl="1"/>
            <a:r>
              <a:rPr lang="en-US" dirty="0"/>
              <a:t>Mount c c:\Path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283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CA5E8-9316-4CDD-B4CD-9A917EC1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642A94-B121-4F9E-848D-97B5A060D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1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E44B1-33E2-4A8A-BF83-E3EB425A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E468E8-EBFD-4FB7-B279-A12BDE2D1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4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400</Words>
  <Application>Microsoft Office PowerPoint</Application>
  <PresentationFormat>Custom</PresentationFormat>
  <Paragraphs>150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Why assembly</vt:lpstr>
      <vt:lpstr>Where assembly is used</vt:lpstr>
      <vt:lpstr>What is assembly</vt:lpstr>
      <vt:lpstr>Registers</vt:lpstr>
      <vt:lpstr>Types of Registers</vt:lpstr>
      <vt:lpstr>General Purpose register</vt:lpstr>
      <vt:lpstr>Segment Registers</vt:lpstr>
      <vt:lpstr>Others</vt:lpstr>
      <vt:lpstr>Index pointer</vt:lpstr>
      <vt:lpstr>Special Purpose register</vt:lpstr>
      <vt:lpstr>Addressing Modes</vt:lpstr>
      <vt:lpstr>Data Transfer instruction</vt:lpstr>
      <vt:lpstr>Service routine </vt:lpstr>
      <vt:lpstr>Interrupt</vt:lpstr>
      <vt:lpstr>ASCII Codes</vt:lpstr>
      <vt:lpstr>Model </vt:lpstr>
      <vt:lpstr>Structure of Program</vt:lpstr>
      <vt:lpstr>Basic Program to print </vt:lpstr>
      <vt:lpstr>Installation</vt:lpstr>
      <vt:lpstr>DosBox</vt:lpstr>
      <vt:lpstr>Step 1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Baber</dc:creator>
  <cp:lastModifiedBy>M S Computer</cp:lastModifiedBy>
  <cp:revision>10</cp:revision>
  <dcterms:created xsi:type="dcterms:W3CDTF">2024-01-24T09:59:04Z</dcterms:created>
  <dcterms:modified xsi:type="dcterms:W3CDTF">2024-01-26T19:01:55Z</dcterms:modified>
</cp:coreProperties>
</file>